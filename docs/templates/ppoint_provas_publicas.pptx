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3827"/>
    <a:srgbClr val="1A1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-92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F1C70-8619-D541-ADD5-5D5FAB592DD3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6BB85-EA49-8342-9EF8-9933D91C1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00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6BB85-EA49-8342-9EF8-9933D91C11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91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63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4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8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4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6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1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18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61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0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7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692C-3577-F745-8DF3-D399A394EE18}" type="datetimeFigureOut">
              <a:rPr lang="en-US" smtClean="0"/>
              <a:t>06/12/16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27942-0F31-8246-9E69-0AE29DBB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0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6684" y="0"/>
            <a:ext cx="9144000" cy="6858000"/>
          </a:xfrm>
          <a:prstGeom prst="rect">
            <a:avLst/>
          </a:prstGeom>
          <a:solidFill>
            <a:srgbClr val="1A171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Porto—branco—opaco-0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42" y="374405"/>
            <a:ext cx="3660422" cy="8039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9342" y="1427075"/>
            <a:ext cx="18715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Porto Sans Light"/>
                <a:cs typeface="Porto Sans Light"/>
              </a:rPr>
              <a:t>POLITÉCNICO</a:t>
            </a:r>
          </a:p>
          <a:p>
            <a:r>
              <a:rPr lang="en-US" sz="1500" dirty="0">
                <a:solidFill>
                  <a:schemeClr val="bg1"/>
                </a:solidFill>
                <a:latin typeface="Porto Sans Light"/>
                <a:cs typeface="Porto Sans Light"/>
              </a:rPr>
              <a:t>DO PORTO</a:t>
            </a:r>
            <a:br>
              <a:rPr lang="en-US" sz="1500" dirty="0">
                <a:solidFill>
                  <a:schemeClr val="bg1"/>
                </a:solidFill>
                <a:latin typeface="Porto Sans Light"/>
                <a:cs typeface="Porto Sans Light"/>
              </a:rPr>
            </a:br>
            <a:r>
              <a:rPr lang="en-US" sz="1500" dirty="0">
                <a:solidFill>
                  <a:srgbClr val="D13827"/>
                </a:solidFill>
                <a:latin typeface="Porto Sans"/>
                <a:cs typeface="Porto Sans"/>
              </a:rPr>
              <a:t>ESCOLA</a:t>
            </a:r>
          </a:p>
          <a:p>
            <a:r>
              <a:rPr lang="en-US" sz="1500" dirty="0">
                <a:solidFill>
                  <a:srgbClr val="D13827"/>
                </a:solidFill>
                <a:latin typeface="Porto Sans"/>
                <a:cs typeface="Porto Sans"/>
              </a:rPr>
              <a:t>SUPERIOR</a:t>
            </a:r>
          </a:p>
          <a:p>
            <a:r>
              <a:rPr lang="en-US" sz="1500" dirty="0">
                <a:solidFill>
                  <a:srgbClr val="D13827"/>
                </a:solidFill>
                <a:latin typeface="Porto Sans"/>
                <a:cs typeface="Porto Sans"/>
              </a:rPr>
              <a:t>DE TECNOLOGIA</a:t>
            </a:r>
          </a:p>
          <a:p>
            <a:r>
              <a:rPr lang="en-US" sz="1500" dirty="0">
                <a:solidFill>
                  <a:srgbClr val="D13827"/>
                </a:solidFill>
                <a:latin typeface="Porto Sans"/>
                <a:cs typeface="Porto Sans"/>
              </a:rPr>
              <a:t>E GESTÃO</a:t>
            </a:r>
          </a:p>
        </p:txBody>
      </p:sp>
      <p:pic>
        <p:nvPicPr>
          <p:cNvPr id="2" name="Picture 1" descr="VersaoFinalOriginal_Verde_eng.a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517" y="5648116"/>
            <a:ext cx="1981918" cy="9909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9342" y="4046057"/>
            <a:ext cx="789983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solidFill>
                  <a:srgbClr val="D13827"/>
                </a:solidFill>
              </a:rPr>
              <a:t>Título</a:t>
            </a:r>
            <a:endParaRPr lang="en-US" sz="2000" dirty="0" smtClean="0">
              <a:solidFill>
                <a:srgbClr val="D13827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chemeClr val="bg1"/>
                </a:solidFill>
              </a:rPr>
              <a:t>Aluno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rgbClr val="D13827"/>
                </a:solidFill>
              </a:rPr>
              <a:t>Orientadores</a:t>
            </a:r>
            <a:endParaRPr lang="en-US" dirty="0" smtClean="0">
              <a:solidFill>
                <a:srgbClr val="D13827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dirty="0" smtClean="0">
                <a:solidFill>
                  <a:srgbClr val="FFFFFF"/>
                </a:solidFill>
              </a:rPr>
              <a:t>ata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97043" y="2537050"/>
            <a:ext cx="49099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PROVAS P</a:t>
            </a:r>
            <a:r>
              <a:rPr lang="en-US" sz="2400" dirty="0" smtClean="0">
                <a:solidFill>
                  <a:schemeClr val="bg1"/>
                </a:solidFill>
              </a:rPr>
              <a:t>ÚBLICAS DE MESTRADO EM ENGENHARIA INFORMÁTICA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9646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6684" y="0"/>
            <a:ext cx="9150684" cy="548105"/>
          </a:xfrm>
          <a:prstGeom prst="rect">
            <a:avLst/>
          </a:prstGeom>
          <a:solidFill>
            <a:srgbClr val="1A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548105"/>
            <a:ext cx="9144000" cy="6309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4" descr="PPorto—branco—opaco-0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895" y="147933"/>
            <a:ext cx="1213313" cy="26648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4528" y="86907"/>
            <a:ext cx="3261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Porto Sans Light"/>
                <a:cs typeface="Porto Sans Light"/>
              </a:rPr>
              <a:t>POLITÉCNICO DO PORTO</a:t>
            </a:r>
            <a:br>
              <a:rPr lang="en-US" sz="1000" dirty="0">
                <a:solidFill>
                  <a:schemeClr val="bg1"/>
                </a:solidFill>
                <a:latin typeface="Porto Sans Light"/>
                <a:cs typeface="Porto Sans Light"/>
              </a:rPr>
            </a:br>
            <a:r>
              <a:rPr lang="en-US" sz="1000" dirty="0">
                <a:solidFill>
                  <a:srgbClr val="D13827"/>
                </a:solidFill>
                <a:latin typeface="Porto Sans"/>
                <a:cs typeface="Porto Sans"/>
              </a:rPr>
              <a:t>ESCOLA SUPERIOR DE TECNOLOGIA E GESTÃO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281" y="147933"/>
            <a:ext cx="662388" cy="26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692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18</Words>
  <Application>Microsoft Macintosh PowerPoint</Application>
  <PresentationFormat>On-screen Show (4:3)</PresentationFormat>
  <Paragraphs>13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GCI</dc:creator>
  <cp:lastModifiedBy>Dorabela Gamboa</cp:lastModifiedBy>
  <cp:revision>12</cp:revision>
  <dcterms:created xsi:type="dcterms:W3CDTF">2016-03-02T12:27:01Z</dcterms:created>
  <dcterms:modified xsi:type="dcterms:W3CDTF">2016-12-06T14:38:57Z</dcterms:modified>
</cp:coreProperties>
</file>